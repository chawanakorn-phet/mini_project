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 diagram แบบเต็มอยู่ใน README.md ของ repository (mermaid erDiagram)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Warehouse &amp; Dimensional Model Design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63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Brazilian E-Commerce Public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3794760"/>
            <a:ext cx="128016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023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Project: การออกแบบคลังข้อมูลและโมเดลข้อมูลเพื่อตอบสำหรับการวิเคราะห์ธุรกิจ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A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ชวนากร เพชรเจริญรัตน์  |  GitHub: chawanakorn-phet/Mini_project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Operational Database: Olist Marketplace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แพลตฟอร์มมาร์เก็ตเพลสของบราซิล เชื่อมร้านค้ากับลูกค้าทั่วประเทศ (ข้อมูลปี 2016–2018)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ตารางต้นทาง (OLTP)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~99K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~33K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สินค้าในแคตตาล็อก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160020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ผู้ขาย (Sellers)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4612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4612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52160" y="320040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32004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458200" y="246888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8200" y="24688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458200" y="3931920"/>
            <a:ext cx="2148840" cy="6858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58200" y="39319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88920" y="3543300"/>
            <a:ext cx="457200" cy="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94960" y="3543300"/>
            <a:ext cx="457200" cy="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8001000" y="2811780"/>
            <a:ext cx="457200" cy="73152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01000" y="3543300"/>
            <a:ext cx="457200" cy="731520"/>
          </a:xfrm>
          <a:prstGeom prst="line">
            <a:avLst/>
          </a:prstGeom>
          <a:noFill/>
          <a:ln w="19050">
            <a:solidFill>
              <a:srgbClr val="9AA7B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อีก 4 ตารางสนับสนุน: Order Payments, Order Reviews, Geolocation, Category Translation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Business Questions (1–8)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รายได้รวมและจำนวนออเดอร์เปลี่ยนแปลงอย่างไรในแต่ละเดือน/ไตรมาส/ปี?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หมวดหมู่สินค้าใดสร้างรายได้สูงสุด 10 อันดับแรก?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รัฐใดของลูกค้าสร้างรายได้และจำนวนออเดอร์มากที่สุด?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มูลค่าออเดอร์เฉลี่ยแตกต่างกันอย่างไรในแต่ละรัฐ?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8076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ผู้ขายรายใดสร้างรายได้และจำนวนออเดอร์สูงสุด 10 อันดับแรก?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8076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ระยะเวลาจัดส่งเฉลี่ยเป็นเท่าไร และแตกต่างกันตามรัฐอย่างไร?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08076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ระยะเวลาจัดส่งมีความสัมพันธ์กับคะแนนรีวิวหรือไม่?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08076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คะแนนรีวิวเฉลี่ยของแต่ละหมวดหมู่สินค้าเป็นอย่างไร?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Business Questions (9–15)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สัดส่วนวิธีการชำระเงินแต่ละประเภทเป็นอย่างไร?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จำนวนงวดผ่อนชำระเฉลี่ยต่างกันอย่างไรในแต่ละวิธีชำระเงิน?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หมวดหมู่ใดมีสัดส่วนค่าขนส่งต่อราคาสินค้าสูงที่สุด?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9028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720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มีรูปแบบตามฤดูกาลของยอดขายในแต่ละเดือนหรือไม่?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80760" y="143560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4173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ออเดอร์ที่จัดส่งล่าช้ากว่าประมาณการมีสัดส่วนเท่าไร กระจายตามรัฐอย่างไร?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80760" y="24871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46888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ออเดอร์ที่ได้คะแนนรีวิวต่ำ สัมพันธ์กับการจัดส่งล่าช้าหรือไม่?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080760" y="353872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5204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ลูกค้าที่ซื้อซ้ำมีสัดส่วนเท่าไรของยอดขายทั้งหมด?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Multidimensional Data Model — Dimensions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Constellation (Galaxy Schema): Fact หลายตารางใช้ Dimension ร่วมกัน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→ Month → Quarter → Year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แจกแจงยอดขายตามเวลาจาก order_purchase_timestamp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→ City → State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customer_id, เก็บ customer_unique_id สำหรับวิเคราะห์ repeat customer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→ City → State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seller_id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9680" y="1508760"/>
            <a:ext cx="2606040" cy="4023360"/>
          </a:xfrm>
          <a:prstGeom prst="roundRect">
            <a:avLst>
              <a:gd name="adj" fmla="val 2807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98280" y="178308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98280" y="1783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98280" y="26974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→ Category (EN)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098280" y="3520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รายละเอียด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379476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 = 1 แถวต่อ product_id, แปลชื่อหมวดหมู่เป็นภาษาอังกฤษ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Multidimensional Data Model — Fact Tables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Fact ใช้ Dimension ร่วมกัน (conformed dimensions: dim_date, dim_customers)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รายการสินค้าในออเดอร์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(order_id + order_item_id)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freight_value,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total_item_value, delivery_days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4340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fact_order_payments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การชำระเงิน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(order_id + payment_sequential)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payment_value,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payment_installments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164592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1645920"/>
            <a:ext cx="3291840" cy="64008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fact_order_reviews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2788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แถว / รีวิว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(review_id)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023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review_score, has_comment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Data Model Diagram — Fact Constellation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55448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0" y="1554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fact_order_items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0" y="251460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fact_order_payments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3474720"/>
            <a:ext cx="3017520" cy="640080"/>
          </a:xfrm>
          <a:prstGeom prst="roundRect">
            <a:avLst>
              <a:gd name="adj" fmla="val 8571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fact_order_reviews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28016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749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0" y="128016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0" y="1280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61120" y="3749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0" y="3749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dim_sellers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0" y="160020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187452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1600200"/>
            <a:ext cx="1371600" cy="123444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2834640"/>
            <a:ext cx="1371600" cy="123444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160020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379476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0" y="1600200"/>
            <a:ext cx="1371600" cy="27432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874520"/>
            <a:ext cx="1371600" cy="2194560"/>
          </a:xfrm>
          <a:prstGeom prst="line">
            <a:avLst/>
          </a:prstGeom>
          <a:noFill/>
          <a:ln w="15875">
            <a:solidFill>
              <a:srgbClr val="B9C2C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 และ dim_customers เป็น conformed dimension เชื่อมทั้ง 3 fact ส่วน dim_products/dim_sellers เชื่อมเฉพาะ fact_order_items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ETL / ELT Process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แนวทาง ELT ผ่าน dbt + DuckDB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9 ไฟล์จาก Kaggle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วางใน datasets/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8892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8892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dbt-duckdb ประกาศเป็น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(external_location)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(Staging)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stg_*.sql ดึงข้อมูล 1:1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ingestion_timestamp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948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6948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(Warehouse)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dim_*/fact_*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+ enrich + join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509760" y="201168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0" y="21488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32461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dev.duckdb → Streamlit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dashboard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 ตรวจสอบคุณภาพข้อมูลทุกขั้นตอน (unique / not_null บน primary key ของแต่ละตาราง)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Data Warehouse Database — ผลลัพธ์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ตารางทั้งหมด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Tables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+ 3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+ Fact Tables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95360" y="182880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1E7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2880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 ผ่านทั้งหมด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ไฟล์ผลลัพธ์: olist_dw/dev.duckdb  •  สร้างจากคำสั่ง dbt run ภายในโฟลเดอร์ olist_dw/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 Interactive Dashboard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Altair — วิเคราะห์จาก fact_order_items join กับทุก dimension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97,277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R$ 137.88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14630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15544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12.4 วัน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240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 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หมวดหมู่สินค้าตามรายได้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health_beauty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watches_gifts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bed_bath_table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รัฐลูกค้าตามรายได้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611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 (São Paulo)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RJ (Rio de Janeiro)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MG (Minas Gerais)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ลิงก์ Web Application: miniproject-vvcre79hljddpvyj82zuub.streamlit.app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Team Contribution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54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ชวนากร เพชรเจริญรัตน์  (@chawanakorn-phet)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202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Modeling, dbt Pipeline, Dashboard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5146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กุลธิดา สมาขันธ์  (@kunthida-samakhan)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803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Questions, Infographic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4747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วรวัฒน์ พรหมคุณ  (@worawatpr-gh)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40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Diagram, Deployment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80560"/>
            <a:ext cx="365760" cy="3657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348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เยี่ยมภพ ใบโพธิ์  (@yiampopbaipo)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8006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Presentation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หลักฐานการทำงาน: Commit history และ GitHub Project board ที่ github.com/chawanakorn-phet/Mini_project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ขอบคุณครับ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github.com/chawanakorn-phet/Mini_project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2026-08-29T09:30:24Z</dcterms:created>
  <dcterms:modified xsi:type="dcterms:W3CDTF">2026-08-29T09:30:24Z</dcterms:modified>
</cp:coreProperties>
</file>