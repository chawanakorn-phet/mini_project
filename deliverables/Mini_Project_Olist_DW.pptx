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 diagram แบบเต็มอยู่ใน README.md ของ repository (mermaid erDiagram)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Warehouse &amp; Dimensional Model Design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63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Brazilian E-Commerce Public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3794760"/>
            <a:ext cx="128016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023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Project: การออกแบบคลังข้อมูลและโมเดลข้อมูลเพื่อตอบสำหรับการวิเคราะห์ธุรกิจ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A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ชวนากร เพชรเจริญรัตน์  |  GitHub: chawanakorn-phet/Mini_project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Operational Database: Olist Marketplace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แพลตฟอร์มมาร์เก็ตเพลสของบราซิล เชื่อมร้านค้ากับลูกค้าทั่วประเทศ (ข้อมูลปี 2016–2018)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ตารางต้นทาง (OLTP)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~99K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ออเดอร์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~33K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สินค้าในแคตตาล็อก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~3K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ผู้ขาย (Sellers)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20040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200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46120" y="320040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46120" y="3200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52160" y="320040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52160" y="3200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ORDER_ITEMS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458200" y="246888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5820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458200" y="393192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58200" y="39319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788920" y="3543300"/>
            <a:ext cx="457200" cy="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94960" y="3543300"/>
            <a:ext cx="457200" cy="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01000" y="3543300"/>
            <a:ext cx="457200" cy="-73152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01000" y="3543300"/>
            <a:ext cx="457200" cy="73152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อีก 4 ตารางสนับสนุน: Order Payments, Order Reviews, Geolocation, Category Translation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Business Questions (1–8)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รายได้รวมและจำนวนออเดอร์เปลี่ยนแปลงอย่างไรในแต่ละเดือน/ไตรมาส/ปี?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หมวดหมู่สินค้าใดสร้างรายได้สูงสุด 10 อันดับแรก?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รัฐใดของลูกค้าสร้างรายได้และจำนวนออเดอร์มากที่สุด?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59028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5720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มูลค่าออเดอร์เฉลี่ยแตกต่างกันอย่างไรในแต่ละรัฐ?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08076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ผู้ขายรายใดสร้างรายได้และจำนวนออเดอร์สูงสุด 10 อันดับแรก?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08076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ระยะเวลาจัดส่งเฉลี่ยเป็นเท่าไร และแตกต่างกันตามรัฐอย่างไร?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08076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ระยะเวลาจัดส่งมีความสัมพันธ์กับคะแนนรีวิวหรือไม่?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080760" y="459028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076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45720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คะแนนรีวิวเฉลี่ยของแต่ละหมวดหมู่สินค้าเป็นอย่างไร?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Business Questions (9–15)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สัดส่วนวิธีการชำระเงินแต่ละประเภทเป็นอย่างไร?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จำนวนงวดผ่อนชำระเฉลี่ยต่างกันอย่างไรในแต่ละวิธีชำระเงิน?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หมวดหมู่ใดมีสัดส่วนค่าขนส่งต่อราคาสินค้าสูงที่สุด?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59028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5720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มีรูปแบบตามฤดูกาลของยอดขายในแต่ละเดือนหรือไม่?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08076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ออเดอร์ที่จัดส่งล่าช้ากว่าประมาณการมีสัดส่วนเท่าไร กระจายตามรัฐอย่างไร?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08076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ออเดอร์ที่ได้คะแนนรีวิวต่ำ สัมพันธ์กับการจัดส่งล่าช้าหรือไม่?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08076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ลูกค้าที่ซื้อซ้ำมีสัดส่วนเท่าไรของยอดขายทั้งหมด?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Multidimensional Data Model — Dimensions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Constellation (Galaxy Schema): Fact หลายตารางใช้ Dimension ร่วมกัน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→ Month → Quarter → Year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แจกแจงยอดขายตามเวลาจาก order_purchase_timestamp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→ City → State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 = 1 แถวต่อ customer_id, เก็บ customer_unique_id สำหรับวิเคราะห์ repeat customer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dim_sellers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→ City → State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 = 1 แถวต่อ seller_id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8696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982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982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0982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0982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→ Category (EN)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0982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0982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 = 1 แถวต่อ product_id, แปลชื่อหมวดหมู่เป็นภาษาอังกฤษ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Multidimensional Data Model — Fact Tables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Fact ใช้ Dimension ร่วมกัน (conformed dimensions: dim_date, dim_customers)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45920"/>
            <a:ext cx="3291840" cy="64008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fact_order_items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788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แถว / รายการสินค้าในออเดอร์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(order_id + order_item_id)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023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freight_value,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total_item_value, delivery_days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64592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45920"/>
            <a:ext cx="3291840" cy="64008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4340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fact_order_payments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788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แถว / การชำระเงิน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(order_id + payment_sequential)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023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payment_value,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payment_installments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63840" y="164592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1645920"/>
            <a:ext cx="3291840" cy="64008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fact_order_reviews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2788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แถว / รีวิว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(review_id)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4023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review_score, has_comment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Data Model Diagram — Fact Constellation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554480"/>
            <a:ext cx="3017520" cy="640080"/>
          </a:xfrm>
          <a:prstGeom prst="roundRect">
            <a:avLst>
              <a:gd name="adj" fmla="val 8571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0" y="1554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fact_order_items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0" y="2514600"/>
            <a:ext cx="3017520" cy="640080"/>
          </a:xfrm>
          <a:prstGeom prst="roundRect">
            <a:avLst>
              <a:gd name="adj" fmla="val 8571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fact_order_payments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3474720"/>
            <a:ext cx="3017520" cy="640080"/>
          </a:xfrm>
          <a:prstGeom prst="roundRect">
            <a:avLst>
              <a:gd name="adj" fmla="val 8571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fact_order_reviews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28016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749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0" y="128016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0" y="1280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61120" y="374904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0" y="3749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dim_sellers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0" y="1600200"/>
            <a:ext cx="1371600" cy="27432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1874520"/>
            <a:ext cx="1371600" cy="219456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1600200"/>
            <a:ext cx="1371600" cy="123444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2834640"/>
            <a:ext cx="1371600" cy="123444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1600200"/>
            <a:ext cx="1371600" cy="219456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3794760"/>
            <a:ext cx="1371600" cy="27432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0" y="1600200"/>
            <a:ext cx="1371600" cy="27432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874520"/>
            <a:ext cx="1371600" cy="219456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 และ dim_customers เป็น conformed dimension เชื่อมทั้ง 3 fact ส่วน dim_products/dim_sellers เชื่อมเฉพาะ fact_order_items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ETL / ELT Process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แนวทาง ELT ผ่าน dbt + DuckDB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9 ไฟล์จาก Kaggle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วางใน datasets/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8892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8892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8803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dbt-duckdb ประกาศเป็น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(external_location)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(Staging)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stg_*.sql ดึงข้อมูล 1:1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ingestion_timestamp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948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6948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(Warehouse)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 dim_*/fact_*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+ enrich + join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50976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dev.duckdb → Streamlit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dashboard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 ตรวจสอบคุณภาพข้อมูลทุกขั้นตอน (unique / not_null บน primary key ของแต่ละตาราง)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Data Warehouse Database — ผลลัพธ์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ตารางทั้งหมด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Tables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+ 3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+ Fact Tables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9536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/ 13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 ผ่านทั้งหมด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ไฟล์ผลลัพธ์: olist_dw/dev.duckdb  •  สร้างจากคำสั่ง dbt run ภายในโฟลเดอร์ olist_dw/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Interactive Dashboard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Altair — วิเคราะห์จาก fact_order_items join กับทุก dimension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R$ 13.4M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97,277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R$ 137.88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12.4 วัน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Delivery 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200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หมวดหมู่สินค้าตามรายได้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health_beauty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watches_gifts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bed_bath_table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200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รัฐลูกค้าตามรายได้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611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 (São Paulo)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RJ (Rio de Janeiro)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MG (Minas Gerais)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ลิงก์ Web Application: [จะเพิ่มหลัง deploy บน Streamlit Community Cloud]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Team Contribution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91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ชวนากร เพชรเจริญรัตน์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@chawanakorn-phet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847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Modeling, dbt Pipeline, Dashboard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97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กุลธิดา สมาขันธ์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@kunthida-samakhan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852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Questions, Infographic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1188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703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วรวัฒน์ พรหมคุณ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@worawatpr-gh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8587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Diagram, Deployment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เยี่ยมภพ ใบโพธิ์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074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@yiampopbaipo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8646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Presentation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หลักฐานการทำงาน: Commit history และ GitHub Project board ที่ github.com/chawanakorn-phet/Mini_project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ขอบคุณครับ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github.com/chawanakorn-phet/Mini_project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2026-08-29T07:19:43Z</dcterms:created>
  <dcterms:modified xsi:type="dcterms:W3CDTF">2026-08-29T07:19:43Z</dcterms:modified>
</cp:coreProperties>
</file>