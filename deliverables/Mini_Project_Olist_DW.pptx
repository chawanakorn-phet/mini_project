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 diagram แบบเต็มอยู่ใน README.md ของ repository (mermaid erDiagram)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&amp; Dimensional Model Design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Public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12801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การออกแบบคลังข้อมูลและโมเดลข้อมูลเพื่อตอบสำหรับการวิเคราะห์ธุรกิจ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ชวนากร เพชรเจริญรัตน์  |  GitHub: chawanakorn-phet/Mini_project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Operational Database: Olist Marketplace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แพลตฟอร์มมาร์เก็ตเพลสของบราซิล เชื่อมร้านค้ากับลูกค้าทั่วประเทศ (ข้อมูลปี 2016–2018)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ตารางต้นทาง (OLTP)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~99K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ออเดอร์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สินค้าในแคตตาล็อก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1600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~3K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ผู้ขาย (Sellers)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32004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0" y="32004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58200" y="246888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820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0" y="393192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3931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88920" y="3543300"/>
            <a:ext cx="45720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3543300"/>
            <a:ext cx="45720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543300"/>
            <a:ext cx="457200" cy="-73152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3543300"/>
            <a:ext cx="457200" cy="73152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อีก 4 ตารางสนับสนุน: Order Payments, Order Reviews, Geolocation, Category Translation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Business Questions (1–8)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รายได้รวมและจำนวนออเดอร์เปลี่ยนแปลงอย่างไรในแต่ละเดือน/ไตรมาส/ปี?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68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หมวดหมู่สินค้าใดสร้างรายได้สูงสุด 10 อันดับแรก?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204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รัฐใดของลูกค้าสร้างรายได้และจำนวนออเดอร์มากที่สุด?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5720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มูลค่าออเดอร์เฉลี่ยแตกต่างกันอย่างไรในแต่ละรัฐ?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0760" y="143560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417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ผู้ขายรายใดสร้างรายได้และจำนวนออเดอร์สูงสุด 10 อันดับแรก?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80760" y="24871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468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ระยะเวลาจัดส่งเฉลี่ยเป็นเท่าไร และแตกต่างกันตามรัฐอย่างไร?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80760" y="353872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5204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ระยะเวลาจัดส่งมีความสัมพันธ์กับคะแนนรีวิวหรือไม่?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80760" y="459028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8076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5720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คะแนนรีวิวเฉลี่ยของแต่ละหมวดหมู่สินค้าเป็นอย่างไร?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Business Questions (9–15)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สัดส่วนวิธีการชำระเงินแต่ละประเภทเป็นอย่างไร?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68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จำนวนงวดผ่อนชำระเฉลี่ยต่างกันอย่างไรในแต่ละวิธีชำระเงิน?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204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หมวดหมู่ใดมีสัดส่วนค่าขนส่งต่อราคาสินค้าสูงที่สุด?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5720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มีรูปแบบตามฤดูกาลของยอดขายในแต่ละเดือนหรือไม่?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0760" y="143560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417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ออเดอร์ที่จัดส่งล่าช้ากว่าประมาณการมีสัดส่วนเท่าไร กระจายตามรัฐอย่างไร?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80760" y="24871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468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ออเดอร์ที่ได้คะแนนรีวิวต่ำ สัมพันธ์กับการจัดส่งล่าช้าหรือไม่?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80760" y="353872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5204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ลูกค้าที่ซื้อซ้ำมีสัดส่วนเท่าไรของยอดขายทั้งหมด?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Multidimensional Data Model — Dimensions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Constellation (Galaxy Schema): Fact หลายตารางใช้ Dimension ร่วมกัน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→ Month → Quarter → Year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แจกแจงยอดขายตามเวลาจาก order_purchase_timestamp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7830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City → State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= 1 แถวต่อ customer_id, เก็บ customer_unique_id สำหรับวิเคราะห์ repeat customer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7830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dim_sellers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→ City → State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= 1 แถวต่อ seller_id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9680" y="150876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7830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982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Category (EN)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= 1 แถวต่อ product_id, แปลชื่อหมวดหมู่เป็นภาษาอังกฤษ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Multidimensional Data Model — Fact Tables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 ใช้ Dimension ร่วมกัน (conformed dimensions: dim_date, dim_customers)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329184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แถว / รายการสินค้าในออเดอร์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(order_id + order_item_id)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freight_value,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total_item_value, delivery_days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45920"/>
            <a:ext cx="329184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fact_order_payments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แถว / การชำระเงิน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(order_id + payment_sequential)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payment_installments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16459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1645920"/>
            <a:ext cx="329184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fact_order_reviews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แถว / รีวิว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(review_id)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review_score, has_comment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Data Model Diagram — Fact Constellation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55448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251460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fact_order_payments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347472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fact_order_reviews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49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2801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374904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0" y="3749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dim_sellers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1600200"/>
            <a:ext cx="1371600" cy="27432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874520"/>
            <a:ext cx="1371600" cy="219456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600200"/>
            <a:ext cx="1371600" cy="123444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834640"/>
            <a:ext cx="1371600" cy="123444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600200"/>
            <a:ext cx="1371600" cy="219456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794760"/>
            <a:ext cx="1371600" cy="27432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600200"/>
            <a:ext cx="1371600" cy="27432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874520"/>
            <a:ext cx="1371600" cy="2194560"/>
          </a:xfrm>
          <a:prstGeom prst="line">
            <a:avLst/>
          </a:prstGeom>
          <a:noFill/>
          <a:ln w="15875">
            <a:solidFill>
              <a:srgbClr val="B9C2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และ dim_customers เป็น conformed dimension เชื่อมทั้ง 3 fact ส่วน dim_products/dim_sellers เชื่อมเฉพาะ fact_order_items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ETL / ELT Process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 ELT ผ่าน dbt + DuckDB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9 ไฟล์จาก Kaggle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วางใน datasets/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88920" y="20116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dbt-duckdb ประกาศเป็น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(external_location)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stg_*.sql ดึงข้อมูล 1:1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ingestion_timestamp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9480" y="20116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(Warehouse)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dim_*/fact_*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enrich + join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09760" y="201168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dev.duckdb → Streamlit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dashboard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 ตรวจสอบคุณภาพข้อมูลทุกขั้นตอน (unique / not_null บน primary key ของแต่ละตาราง)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Data Warehouse Database — ผลลัพธ์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ตารางทั้งหมด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+ Fact 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18288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 ผ่านทั้งหมด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ไฟล์ผลลัพธ์: olist_dw/dev.duckdb  •  สร้างจากคำสั่ง dbt run ภายในโฟลเดอร์ olist_dw/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Interactive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Altair — วิเคราะห์จาก fact_order_items join กับทุก dimension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R$ 13.4M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554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97,277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1554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R$ 137.88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554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 วัน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หมวดหมู่สินค้าตามรายได้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health_beauty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watches_gifts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bed_bath_table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รัฐลูกค้าตามรายได้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611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 (São Paulo)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RJ (Rio de Janeiro)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MG (Minas Gerais)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ลิงก์ Web Application: miniproject-vvcre79hljddpvyj82zuub.streamlit.app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Team Contribution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ชวนากร เพชรเจริญรัตน์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@chawanakorn-phet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8470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dbt Pipeline, Dashboard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กุลธิดา สมาขันธ์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@kunthida-samakhan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Questions, Infographic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วรวัฒน์ พรหมคุณ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@worawatpr-gh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858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Diagram, Deployment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เยี่ยมภพ ใบโพธิ์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074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@yiampopbaipo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864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Presentation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หลักฐานการทำงาน: Commit history และ GitHub Project board ที่ github.com/chawanakorn-phet/Mini_project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github.com/chawanakorn-phet/Mini_project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2026-08-29T09:00:28Z</dcterms:created>
  <dcterms:modified xsi:type="dcterms:W3CDTF">2026-08-29T09:00:28Z</dcterms:modified>
</cp:coreProperties>
</file>